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1" r:id="rId2"/>
    <p:sldId id="256" r:id="rId3"/>
    <p:sldId id="257" r:id="rId4"/>
    <p:sldId id="259" r:id="rId5"/>
    <p:sldId id="258" r:id="rId6"/>
    <p:sldId id="260" r:id="rId7"/>
  </p:sldIdLst>
  <p:sldSz cx="13860463" cy="1619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C117"/>
    <a:srgbClr val="0C6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72" y="13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558" y="265002"/>
            <a:ext cx="10395347" cy="563739"/>
          </a:xfrm>
        </p:spPr>
        <p:txBody>
          <a:bodyPr anchor="b"/>
          <a:lstStyle>
            <a:lvl1pPr algn="ctr">
              <a:defRPr sz="141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2558" y="850481"/>
            <a:ext cx="10395347" cy="390944"/>
          </a:xfrm>
        </p:spPr>
        <p:txBody>
          <a:bodyPr/>
          <a:lstStyle>
            <a:lvl1pPr marL="0" indent="0" algn="ctr">
              <a:buNone/>
              <a:defRPr sz="567"/>
            </a:lvl1pPr>
            <a:lvl2pPr marL="107945" indent="0" algn="ctr">
              <a:buNone/>
              <a:defRPr sz="472"/>
            </a:lvl2pPr>
            <a:lvl3pPr marL="215890" indent="0" algn="ctr">
              <a:buNone/>
              <a:defRPr sz="425"/>
            </a:lvl3pPr>
            <a:lvl4pPr marL="323835" indent="0" algn="ctr">
              <a:buNone/>
              <a:defRPr sz="378"/>
            </a:lvl4pPr>
            <a:lvl5pPr marL="431780" indent="0" algn="ctr">
              <a:buNone/>
              <a:defRPr sz="378"/>
            </a:lvl5pPr>
            <a:lvl6pPr marL="539725" indent="0" algn="ctr">
              <a:buNone/>
              <a:defRPr sz="378"/>
            </a:lvl6pPr>
            <a:lvl7pPr marL="647670" indent="0" algn="ctr">
              <a:buNone/>
              <a:defRPr sz="378"/>
            </a:lvl7pPr>
            <a:lvl8pPr marL="755614" indent="0" algn="ctr">
              <a:buNone/>
              <a:defRPr sz="378"/>
            </a:lvl8pPr>
            <a:lvl9pPr marL="863559" indent="0" algn="ctr">
              <a:buNone/>
              <a:defRPr sz="378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283070"/>
      </p:ext>
    </p:extLst>
  </p:cSld>
  <p:clrMapOvr>
    <a:masterClrMapping/>
  </p:clrMapOvr>
  <p:transition spd="med" advTm="2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189028"/>
      </p:ext>
    </p:extLst>
  </p:cSld>
  <p:clrMapOvr>
    <a:masterClrMapping/>
  </p:clrMapOvr>
  <p:transition spd="med" advTm="2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5688" y="403688"/>
            <a:ext cx="11954649" cy="673563"/>
          </a:xfrm>
        </p:spPr>
        <p:txBody>
          <a:bodyPr anchor="b"/>
          <a:lstStyle>
            <a:lvl1pPr>
              <a:defRPr sz="141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5688" y="1083623"/>
            <a:ext cx="11954649" cy="354211"/>
          </a:xfrm>
        </p:spPr>
        <p:txBody>
          <a:bodyPr/>
          <a:lstStyle>
            <a:lvl1pPr marL="0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1pPr>
            <a:lvl2pPr marL="107945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2pPr>
            <a:lvl3pPr marL="215890" indent="0">
              <a:buNone/>
              <a:defRPr sz="425">
                <a:solidFill>
                  <a:schemeClr val="tx1">
                    <a:tint val="82000"/>
                  </a:schemeClr>
                </a:solidFill>
              </a:defRPr>
            </a:lvl3pPr>
            <a:lvl4pPr marL="323835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4pPr>
            <a:lvl5pPr marL="43178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5pPr>
            <a:lvl6pPr marL="539725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6pPr>
            <a:lvl7pPr marL="64767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7pPr>
            <a:lvl8pPr marL="755614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8pPr>
            <a:lvl9pPr marL="863559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842834"/>
      </p:ext>
    </p:extLst>
  </p:cSld>
  <p:clrMapOvr>
    <a:masterClrMapping/>
  </p:clrMapOvr>
  <p:transition spd="med" advTm="2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2907" y="431050"/>
            <a:ext cx="5890697" cy="10273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16859" y="431050"/>
            <a:ext cx="5890697" cy="10273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934004"/>
      </p:ext>
    </p:extLst>
  </p:cSld>
  <p:clrMapOvr>
    <a:masterClrMapping/>
  </p:clrMapOvr>
  <p:transition spd="med" advTm="2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712" y="86210"/>
            <a:ext cx="11954649" cy="31298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713" y="396941"/>
            <a:ext cx="5863625" cy="194535"/>
          </a:xfrm>
        </p:spPr>
        <p:txBody>
          <a:bodyPr anchor="b"/>
          <a:lstStyle>
            <a:lvl1pPr marL="0" indent="0">
              <a:buNone/>
              <a:defRPr sz="567" b="1"/>
            </a:lvl1pPr>
            <a:lvl2pPr marL="107945" indent="0">
              <a:buNone/>
              <a:defRPr sz="472" b="1"/>
            </a:lvl2pPr>
            <a:lvl3pPr marL="215890" indent="0">
              <a:buNone/>
              <a:defRPr sz="425" b="1"/>
            </a:lvl3pPr>
            <a:lvl4pPr marL="323835" indent="0">
              <a:buNone/>
              <a:defRPr sz="378" b="1"/>
            </a:lvl4pPr>
            <a:lvl5pPr marL="431780" indent="0">
              <a:buNone/>
              <a:defRPr sz="378" b="1"/>
            </a:lvl5pPr>
            <a:lvl6pPr marL="539725" indent="0">
              <a:buNone/>
              <a:defRPr sz="378" b="1"/>
            </a:lvl6pPr>
            <a:lvl7pPr marL="647670" indent="0">
              <a:buNone/>
              <a:defRPr sz="378" b="1"/>
            </a:lvl7pPr>
            <a:lvl8pPr marL="755614" indent="0">
              <a:buNone/>
              <a:defRPr sz="378" b="1"/>
            </a:lvl8pPr>
            <a:lvl9pPr marL="863559" indent="0">
              <a:buNone/>
              <a:defRPr sz="37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4713" y="591476"/>
            <a:ext cx="5863625" cy="8699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16859" y="396941"/>
            <a:ext cx="5892502" cy="194535"/>
          </a:xfrm>
        </p:spPr>
        <p:txBody>
          <a:bodyPr anchor="b"/>
          <a:lstStyle>
            <a:lvl1pPr marL="0" indent="0">
              <a:buNone/>
              <a:defRPr sz="567" b="1"/>
            </a:lvl1pPr>
            <a:lvl2pPr marL="107945" indent="0">
              <a:buNone/>
              <a:defRPr sz="472" b="1"/>
            </a:lvl2pPr>
            <a:lvl3pPr marL="215890" indent="0">
              <a:buNone/>
              <a:defRPr sz="425" b="1"/>
            </a:lvl3pPr>
            <a:lvl4pPr marL="323835" indent="0">
              <a:buNone/>
              <a:defRPr sz="378" b="1"/>
            </a:lvl4pPr>
            <a:lvl5pPr marL="431780" indent="0">
              <a:buNone/>
              <a:defRPr sz="378" b="1"/>
            </a:lvl5pPr>
            <a:lvl6pPr marL="539725" indent="0">
              <a:buNone/>
              <a:defRPr sz="378" b="1"/>
            </a:lvl6pPr>
            <a:lvl7pPr marL="647670" indent="0">
              <a:buNone/>
              <a:defRPr sz="378" b="1"/>
            </a:lvl7pPr>
            <a:lvl8pPr marL="755614" indent="0">
              <a:buNone/>
              <a:defRPr sz="378" b="1"/>
            </a:lvl8pPr>
            <a:lvl9pPr marL="863559" indent="0">
              <a:buNone/>
              <a:defRPr sz="37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16859" y="591476"/>
            <a:ext cx="5892502" cy="8699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820906"/>
      </p:ext>
    </p:extLst>
  </p:cSld>
  <p:clrMapOvr>
    <a:masterClrMapping/>
  </p:clrMapOvr>
  <p:transition spd="med" advTm="2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316479"/>
      </p:ext>
    </p:extLst>
  </p:cSld>
  <p:clrMapOvr>
    <a:masterClrMapping/>
  </p:clrMapOvr>
  <p:transition spd="med" advTm="2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716738"/>
      </p:ext>
    </p:extLst>
  </p:cSld>
  <p:clrMapOvr>
    <a:masterClrMapping/>
  </p:clrMapOvr>
  <p:transition spd="med" advTm="2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713" y="107950"/>
            <a:ext cx="4470360" cy="377825"/>
          </a:xfrm>
        </p:spPr>
        <p:txBody>
          <a:bodyPr anchor="b"/>
          <a:lstStyle>
            <a:lvl1pPr>
              <a:defRPr sz="75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2502" y="233142"/>
            <a:ext cx="7016859" cy="1150717"/>
          </a:xfrm>
        </p:spPr>
        <p:txBody>
          <a:bodyPr/>
          <a:lstStyle>
            <a:lvl1pPr>
              <a:defRPr sz="756"/>
            </a:lvl1pPr>
            <a:lvl2pPr>
              <a:defRPr sz="661"/>
            </a:lvl2pPr>
            <a:lvl3pPr>
              <a:defRPr sz="567"/>
            </a:lvl3pPr>
            <a:lvl4pPr>
              <a:defRPr sz="472"/>
            </a:lvl4pPr>
            <a:lvl5pPr>
              <a:defRPr sz="472"/>
            </a:lvl5pPr>
            <a:lvl6pPr>
              <a:defRPr sz="472"/>
            </a:lvl6pPr>
            <a:lvl7pPr>
              <a:defRPr sz="472"/>
            </a:lvl7pPr>
            <a:lvl8pPr>
              <a:defRPr sz="472"/>
            </a:lvl8pPr>
            <a:lvl9pPr>
              <a:defRPr sz="47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4713" y="485775"/>
            <a:ext cx="4470360" cy="899958"/>
          </a:xfrm>
        </p:spPr>
        <p:txBody>
          <a:bodyPr/>
          <a:lstStyle>
            <a:lvl1pPr marL="0" indent="0">
              <a:buNone/>
              <a:defRPr sz="378"/>
            </a:lvl1pPr>
            <a:lvl2pPr marL="107945" indent="0">
              <a:buNone/>
              <a:defRPr sz="331"/>
            </a:lvl2pPr>
            <a:lvl3pPr marL="215890" indent="0">
              <a:buNone/>
              <a:defRPr sz="283"/>
            </a:lvl3pPr>
            <a:lvl4pPr marL="323835" indent="0">
              <a:buNone/>
              <a:defRPr sz="236"/>
            </a:lvl4pPr>
            <a:lvl5pPr marL="431780" indent="0">
              <a:buNone/>
              <a:defRPr sz="236"/>
            </a:lvl5pPr>
            <a:lvl6pPr marL="539725" indent="0">
              <a:buNone/>
              <a:defRPr sz="236"/>
            </a:lvl6pPr>
            <a:lvl7pPr marL="647670" indent="0">
              <a:buNone/>
              <a:defRPr sz="236"/>
            </a:lvl7pPr>
            <a:lvl8pPr marL="755614" indent="0">
              <a:buNone/>
              <a:defRPr sz="236"/>
            </a:lvl8pPr>
            <a:lvl9pPr marL="863559" indent="0">
              <a:buNone/>
              <a:defRPr sz="23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186422"/>
      </p:ext>
    </p:extLst>
  </p:cSld>
  <p:clrMapOvr>
    <a:masterClrMapping/>
  </p:clrMapOvr>
  <p:transition spd="med" advTm="2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713" y="107950"/>
            <a:ext cx="4470360" cy="377825"/>
          </a:xfrm>
        </p:spPr>
        <p:txBody>
          <a:bodyPr anchor="b"/>
          <a:lstStyle>
            <a:lvl1pPr>
              <a:defRPr sz="75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2502" y="233142"/>
            <a:ext cx="7016859" cy="1150717"/>
          </a:xfrm>
        </p:spPr>
        <p:txBody>
          <a:bodyPr anchor="t"/>
          <a:lstStyle>
            <a:lvl1pPr marL="0" indent="0">
              <a:buNone/>
              <a:defRPr sz="756"/>
            </a:lvl1pPr>
            <a:lvl2pPr marL="107945" indent="0">
              <a:buNone/>
              <a:defRPr sz="661"/>
            </a:lvl2pPr>
            <a:lvl3pPr marL="215890" indent="0">
              <a:buNone/>
              <a:defRPr sz="567"/>
            </a:lvl3pPr>
            <a:lvl4pPr marL="323835" indent="0">
              <a:buNone/>
              <a:defRPr sz="472"/>
            </a:lvl4pPr>
            <a:lvl5pPr marL="431780" indent="0">
              <a:buNone/>
              <a:defRPr sz="472"/>
            </a:lvl5pPr>
            <a:lvl6pPr marL="539725" indent="0">
              <a:buNone/>
              <a:defRPr sz="472"/>
            </a:lvl6pPr>
            <a:lvl7pPr marL="647670" indent="0">
              <a:buNone/>
              <a:defRPr sz="472"/>
            </a:lvl7pPr>
            <a:lvl8pPr marL="755614" indent="0">
              <a:buNone/>
              <a:defRPr sz="472"/>
            </a:lvl8pPr>
            <a:lvl9pPr marL="863559" indent="0">
              <a:buNone/>
              <a:defRPr sz="47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4713" y="485775"/>
            <a:ext cx="4470360" cy="899958"/>
          </a:xfrm>
        </p:spPr>
        <p:txBody>
          <a:bodyPr/>
          <a:lstStyle>
            <a:lvl1pPr marL="0" indent="0">
              <a:buNone/>
              <a:defRPr sz="378"/>
            </a:lvl1pPr>
            <a:lvl2pPr marL="107945" indent="0">
              <a:buNone/>
              <a:defRPr sz="331"/>
            </a:lvl2pPr>
            <a:lvl3pPr marL="215890" indent="0">
              <a:buNone/>
              <a:defRPr sz="283"/>
            </a:lvl3pPr>
            <a:lvl4pPr marL="323835" indent="0">
              <a:buNone/>
              <a:defRPr sz="236"/>
            </a:lvl4pPr>
            <a:lvl5pPr marL="431780" indent="0">
              <a:buNone/>
              <a:defRPr sz="236"/>
            </a:lvl5pPr>
            <a:lvl6pPr marL="539725" indent="0">
              <a:buNone/>
              <a:defRPr sz="236"/>
            </a:lvl6pPr>
            <a:lvl7pPr marL="647670" indent="0">
              <a:buNone/>
              <a:defRPr sz="236"/>
            </a:lvl7pPr>
            <a:lvl8pPr marL="755614" indent="0">
              <a:buNone/>
              <a:defRPr sz="236"/>
            </a:lvl8pPr>
            <a:lvl9pPr marL="863559" indent="0">
              <a:buNone/>
              <a:defRPr sz="23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8788"/>
      </p:ext>
    </p:extLst>
  </p:cSld>
  <p:clrMapOvr>
    <a:masterClrMapping/>
  </p:clrMapOvr>
  <p:transition spd="med" advTm="2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966766"/>
      </p:ext>
    </p:extLst>
  </p:cSld>
  <p:clrMapOvr>
    <a:masterClrMapping/>
  </p:clrMapOvr>
  <p:transition spd="med" advTm="2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18894" y="86210"/>
            <a:ext cx="2988662" cy="137224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2907" y="86210"/>
            <a:ext cx="8792731" cy="137224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820083"/>
      </p:ext>
    </p:extLst>
  </p:cSld>
  <p:clrMapOvr>
    <a:masterClrMapping/>
  </p:clrMapOvr>
  <p:transition spd="med" advTm="200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2907" y="86210"/>
            <a:ext cx="11954649" cy="312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907" y="431050"/>
            <a:ext cx="11954649" cy="1027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2907" y="1500805"/>
            <a:ext cx="3118604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CC6104-653C-4A31-B1A7-2CC67E96A0FE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91279" y="1500805"/>
            <a:ext cx="4677906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88952" y="1500805"/>
            <a:ext cx="3118604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608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 advTm="2000">
    <p:push dir="u"/>
  </p:transition>
  <p:txStyles>
    <p:titleStyle>
      <a:lvl1pPr algn="l" defTabSz="215890" rtl="0" eaLnBrk="1" latinLnBrk="1" hangingPunct="1">
        <a:lnSpc>
          <a:spcPct val="90000"/>
        </a:lnSpc>
        <a:spcBef>
          <a:spcPct val="0"/>
        </a:spcBef>
        <a:buNone/>
        <a:defRPr sz="10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72" indent="-53972" algn="l" defTabSz="215890" rtl="0" eaLnBrk="1" latinLnBrk="1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1917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69862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77807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4pPr>
      <a:lvl5pPr marL="485752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5pPr>
      <a:lvl6pPr marL="593697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6pPr>
      <a:lvl7pPr marL="701642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7pPr>
      <a:lvl8pPr marL="809587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8pPr>
      <a:lvl9pPr marL="917532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2pPr>
      <a:lvl3pPr marL="215890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3pPr>
      <a:lvl4pPr marL="323835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4pPr>
      <a:lvl5pPr marL="431780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5pPr>
      <a:lvl6pPr marL="539725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6pPr>
      <a:lvl7pPr marL="647670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7pPr>
      <a:lvl8pPr marL="755614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8pPr>
      <a:lvl9pPr marL="863559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9A8FDD1-6FB4-F2D9-748D-82A2EC6A9B01}"/>
              </a:ext>
            </a:extLst>
          </p:cNvPr>
          <p:cNvSpPr/>
          <p:nvPr/>
        </p:nvSpPr>
        <p:spPr>
          <a:xfrm>
            <a:off x="78877" y="233729"/>
            <a:ext cx="7909560" cy="1151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당신의 </a:t>
            </a:r>
            <a:r>
              <a:rPr lang="ko-KR" altLang="en-US" sz="54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기록</a:t>
            </a:r>
            <a:r>
              <a:rPr lang="ko-KR" altLang="en-US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 </a:t>
            </a:r>
            <a:r>
              <a:rPr lang="ko-KR" altLang="en-US" sz="54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이야기</a:t>
            </a:r>
            <a:r>
              <a:rPr lang="ko-KR" altLang="en-US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가 되는 곳</a:t>
            </a:r>
            <a:endParaRPr lang="en-US" altLang="ko-KR" sz="54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pPr algn="ctr"/>
            <a:r>
              <a:rPr lang="en-US" altLang="ko-KR" sz="44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4400" dirty="0" err="1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밀로그</a:t>
            </a:r>
            <a:r>
              <a:rPr lang="ko-KR" altLang="en-US" sz="44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 </a:t>
            </a:r>
            <a:r>
              <a:rPr lang="en-US" altLang="ko-KR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식단기록  </a:t>
            </a:r>
            <a:r>
              <a:rPr lang="en-US" altLang="ko-KR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4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맛집공유</a:t>
            </a:r>
            <a:endParaRPr lang="en-US" altLang="ko-KR" sz="44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8B3A89-FFD0-4806-A2F7-8C4BCD667C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79" t="22025" r="11190"/>
          <a:stretch/>
        </p:blipFill>
        <p:spPr bwMode="auto">
          <a:xfrm rot="1028835">
            <a:off x="8664503" y="196750"/>
            <a:ext cx="1284287" cy="2394037"/>
          </a:xfrm>
          <a:prstGeom prst="roundRect">
            <a:avLst>
              <a:gd name="adj" fmla="val 1422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16CB9C1-FC01-7F03-3EF3-AFB679824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8" t="22081" r="10760"/>
          <a:stretch/>
        </p:blipFill>
        <p:spPr bwMode="auto">
          <a:xfrm rot="365807">
            <a:off x="11895899" y="-35775"/>
            <a:ext cx="1539167" cy="2859084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E343A6F-D1F7-DF9E-5DE4-C213D6A135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7" t="21892" r="10961"/>
          <a:stretch/>
        </p:blipFill>
        <p:spPr bwMode="auto">
          <a:xfrm rot="20784936">
            <a:off x="10247090" y="-383922"/>
            <a:ext cx="1512820" cy="281687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89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776776-A462-1BC4-44F5-4C72F1161B40}"/>
              </a:ext>
            </a:extLst>
          </p:cNvPr>
          <p:cNvSpPr/>
          <p:nvPr/>
        </p:nvSpPr>
        <p:spPr>
          <a:xfrm>
            <a:off x="223500" y="233728"/>
            <a:ext cx="8700516" cy="1151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가족을 위한 정성</a:t>
            </a:r>
            <a:r>
              <a:rPr lang="en-US" altLang="ko-KR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54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사랑</a:t>
            </a:r>
            <a:r>
              <a:rPr lang="ko-KR" altLang="en-US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이라는 이야기</a:t>
            </a:r>
            <a:endParaRPr lang="en-US" altLang="ko-KR" sz="54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pPr algn="ctr"/>
            <a:r>
              <a:rPr lang="en-US" altLang="ko-KR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4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집밥기록</a:t>
            </a:r>
            <a:r>
              <a:rPr lang="ko-KR" altLang="en-US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 </a:t>
            </a:r>
            <a:r>
              <a:rPr lang="en-US" altLang="ko-KR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아이식단  </a:t>
            </a:r>
            <a:r>
              <a:rPr lang="en-US" altLang="ko-KR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투정금지</a:t>
            </a:r>
            <a:endParaRPr lang="en-US" altLang="ko-KR" sz="44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543566-E062-472A-74FB-788EB84A76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952" r="1646" b="27668"/>
          <a:stretch/>
        </p:blipFill>
        <p:spPr>
          <a:xfrm>
            <a:off x="9330531" y="-1"/>
            <a:ext cx="4024984" cy="161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2847"/>
      </p:ext>
    </p:extLst>
  </p:cSld>
  <p:clrMapOvr>
    <a:masterClrMapping/>
  </p:clrMapOvr>
  <p:transition spd="med" advTm="2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776776-A462-1BC4-44F5-4C72F1161B40}"/>
              </a:ext>
            </a:extLst>
          </p:cNvPr>
          <p:cNvSpPr/>
          <p:nvPr/>
        </p:nvSpPr>
        <p:spPr>
          <a:xfrm>
            <a:off x="618978" y="233729"/>
            <a:ext cx="7909560" cy="1151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야근후</a:t>
            </a:r>
            <a:r>
              <a:rPr lang="ko-KR" altLang="en-US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한잔</a:t>
            </a:r>
            <a:r>
              <a:rPr lang="en-US" altLang="ko-KR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54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열정</a:t>
            </a:r>
            <a:r>
              <a:rPr lang="ko-KR" altLang="en-US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이라는 이야기</a:t>
            </a:r>
            <a:endParaRPr lang="en-US" altLang="ko-KR" sz="54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pPr algn="ctr"/>
            <a:r>
              <a:rPr lang="en-US" altLang="ko-KR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오늘도 </a:t>
            </a:r>
            <a:r>
              <a:rPr lang="ko-KR" altLang="en-US" sz="4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수고했어</a:t>
            </a:r>
            <a:r>
              <a:rPr lang="ko-KR" altLang="en-US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 </a:t>
            </a:r>
            <a:r>
              <a:rPr lang="en-US" altLang="ko-KR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4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맨날술이야</a:t>
            </a:r>
            <a:endParaRPr lang="en-US" altLang="ko-KR" sz="44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28BE38-D280-A546-C864-28BFDA37C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29" b="15319"/>
          <a:stretch/>
        </p:blipFill>
        <p:spPr>
          <a:xfrm>
            <a:off x="9260193" y="0"/>
            <a:ext cx="4106864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21034"/>
      </p:ext>
    </p:extLst>
  </p:cSld>
  <p:clrMapOvr>
    <a:masterClrMapping/>
  </p:clrMapOvr>
  <p:transition spd="med" advTm="2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776776-A462-1BC4-44F5-4C72F1161B40}"/>
              </a:ext>
            </a:extLst>
          </p:cNvPr>
          <p:cNvSpPr/>
          <p:nvPr/>
        </p:nvSpPr>
        <p:spPr>
          <a:xfrm>
            <a:off x="618978" y="233729"/>
            <a:ext cx="7909560" cy="1151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가벼워진 몸</a:t>
            </a:r>
            <a:r>
              <a:rPr lang="en-US" altLang="ko-KR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54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끈기</a:t>
            </a:r>
            <a:r>
              <a:rPr lang="ko-KR" altLang="en-US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라는 이야기</a:t>
            </a:r>
            <a:endParaRPr lang="en-US" altLang="ko-KR" sz="54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pPr algn="ctr"/>
            <a:r>
              <a:rPr lang="en-US" altLang="ko-KR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식단관리  </a:t>
            </a:r>
            <a:r>
              <a:rPr lang="en-US" altLang="ko-KR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4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오운완</a:t>
            </a:r>
            <a:r>
              <a:rPr lang="ko-KR" altLang="en-US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 </a:t>
            </a:r>
            <a:r>
              <a:rPr lang="en-US" altLang="ko-KR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4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고기먹고싶다</a:t>
            </a:r>
            <a:endParaRPr lang="en-US" altLang="ko-KR" sz="44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8AF231-953B-D2C5-1A9F-7A9D5C6837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75" b="37127"/>
          <a:stretch/>
        </p:blipFill>
        <p:spPr>
          <a:xfrm>
            <a:off x="9769739" y="0"/>
            <a:ext cx="384391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278000"/>
      </p:ext>
    </p:extLst>
  </p:cSld>
  <p:clrMapOvr>
    <a:masterClrMapping/>
  </p:clrMapOvr>
  <p:transition spd="med" advTm="2000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776776-A462-1BC4-44F5-4C72F1161B40}"/>
              </a:ext>
            </a:extLst>
          </p:cNvPr>
          <p:cNvSpPr/>
          <p:nvPr/>
        </p:nvSpPr>
        <p:spPr>
          <a:xfrm>
            <a:off x="170748" y="233729"/>
            <a:ext cx="8700516" cy="1151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기다림의 </a:t>
            </a:r>
            <a:r>
              <a:rPr lang="ko-KR" altLang="en-US" sz="54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설렘</a:t>
            </a:r>
            <a:r>
              <a:rPr lang="en-US" altLang="ko-KR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그 또한 당신의 이야기</a:t>
            </a:r>
            <a:endParaRPr lang="en-US" altLang="ko-KR" sz="54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pPr algn="ctr"/>
            <a:r>
              <a:rPr lang="en-US" altLang="ko-KR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줄서는 맛집  </a:t>
            </a:r>
            <a:r>
              <a:rPr lang="en-US" altLang="ko-KR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#1</a:t>
            </a:r>
            <a:r>
              <a:rPr lang="ko-KR" altLang="en-US" sz="4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시간반째</a:t>
            </a:r>
            <a:endParaRPr lang="en-US" altLang="ko-KR" sz="44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D654CB6-1824-7580-EBE6-ECEAF7319B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98" r="3879" b="32512"/>
          <a:stretch/>
        </p:blipFill>
        <p:spPr>
          <a:xfrm>
            <a:off x="9090987" y="0"/>
            <a:ext cx="4769476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977626"/>
      </p:ext>
    </p:extLst>
  </p:cSld>
  <p:clrMapOvr>
    <a:masterClrMapping/>
  </p:clrMapOvr>
  <p:transition spd="med" advTm="2000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776776-A462-1BC4-44F5-4C72F1161B40}"/>
              </a:ext>
            </a:extLst>
          </p:cNvPr>
          <p:cNvSpPr/>
          <p:nvPr/>
        </p:nvSpPr>
        <p:spPr>
          <a:xfrm>
            <a:off x="3435924" y="233729"/>
            <a:ext cx="6988614" cy="1151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기록</a:t>
            </a:r>
            <a:r>
              <a:rPr lang="ko-KR" altLang="en-US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 </a:t>
            </a:r>
            <a:r>
              <a:rPr lang="ko-KR" altLang="en-US" sz="54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이야기</a:t>
            </a:r>
            <a:r>
              <a:rPr lang="ko-KR" altLang="en-US" sz="5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가 되는 곳</a:t>
            </a:r>
            <a:endParaRPr lang="en-US" altLang="ko-KR" sz="54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pPr algn="ctr"/>
            <a:r>
              <a:rPr lang="en-US" altLang="ko-KR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잘 부탁드립니다  </a:t>
            </a:r>
            <a:r>
              <a:rPr lang="en-US" altLang="ko-KR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4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힘내라 </a:t>
            </a:r>
            <a:r>
              <a:rPr lang="ko-KR" altLang="en-US" sz="4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다모앙</a:t>
            </a:r>
            <a:endParaRPr lang="en-US" altLang="ko-KR" sz="44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</p:txBody>
      </p:sp>
      <p:pic>
        <p:nvPicPr>
          <p:cNvPr id="4" name="그림 3" descr="그래픽, 디자인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360EC8B-CE7B-017E-2D06-E2F661072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0" t="14435" r="16814" b="7898"/>
          <a:stretch/>
        </p:blipFill>
        <p:spPr>
          <a:xfrm>
            <a:off x="851512" y="284233"/>
            <a:ext cx="991402" cy="105078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099762C-8581-B4FA-8C80-22F80001FC9A}"/>
              </a:ext>
            </a:extLst>
          </p:cNvPr>
          <p:cNvSpPr/>
          <p:nvPr/>
        </p:nvSpPr>
        <p:spPr>
          <a:xfrm>
            <a:off x="11316776" y="465993"/>
            <a:ext cx="1881554" cy="536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 err="1">
                <a:latin typeface="Fredoka" pitchFamily="2" charset="-79"/>
                <a:cs typeface="Fredoka" pitchFamily="2" charset="-79"/>
              </a:rPr>
              <a:t>mealog</a:t>
            </a:r>
            <a:endParaRPr lang="ko-KR" altLang="en-US" sz="4000" b="1" dirty="0">
              <a:latin typeface="Fredoka" pitchFamily="2" charset="-79"/>
              <a:cs typeface="Fredoka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65397141"/>
      </p:ext>
    </p:extLst>
  </p:cSld>
  <p:clrMapOvr>
    <a:masterClrMapping/>
  </p:clrMapOvr>
  <p:transition spd="med" advTm="2000">
    <p:push dir="u"/>
  </p:transition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</TotalTime>
  <Words>68</Words>
  <Application>Microsoft Office PowerPoint</Application>
  <PresentationFormat>사용자 지정</PresentationFormat>
  <Paragraphs>13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배달의민족 연성</vt:lpstr>
      <vt:lpstr>Aptos</vt:lpstr>
      <vt:lpstr>Aptos Display</vt:lpstr>
      <vt:lpstr>Arial</vt:lpstr>
      <vt:lpstr>Fredoka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hanuk lee</dc:creator>
  <cp:lastModifiedBy>hanuk lee</cp:lastModifiedBy>
  <cp:revision>14</cp:revision>
  <dcterms:created xsi:type="dcterms:W3CDTF">2026-05-05T23:59:28Z</dcterms:created>
  <dcterms:modified xsi:type="dcterms:W3CDTF">2026-05-06T23:42:27Z</dcterms:modified>
</cp:coreProperties>
</file>