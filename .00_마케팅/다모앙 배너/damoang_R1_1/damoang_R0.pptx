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1" r:id="rId2"/>
    <p:sldId id="256" r:id="rId3"/>
    <p:sldId id="257" r:id="rId4"/>
    <p:sldId id="259" r:id="rId5"/>
    <p:sldId id="258" r:id="rId6"/>
    <p:sldId id="260" r:id="rId7"/>
  </p:sldIdLst>
  <p:sldSz cx="13860463" cy="16192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C117"/>
    <a:srgbClr val="0C6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91" y="13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2558" y="265002"/>
            <a:ext cx="10395347" cy="563739"/>
          </a:xfrm>
        </p:spPr>
        <p:txBody>
          <a:bodyPr anchor="b"/>
          <a:lstStyle>
            <a:lvl1pPr algn="ctr">
              <a:defRPr sz="141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32558" y="850481"/>
            <a:ext cx="10395347" cy="390944"/>
          </a:xfrm>
        </p:spPr>
        <p:txBody>
          <a:bodyPr/>
          <a:lstStyle>
            <a:lvl1pPr marL="0" indent="0" algn="ctr">
              <a:buNone/>
              <a:defRPr sz="567"/>
            </a:lvl1pPr>
            <a:lvl2pPr marL="107945" indent="0" algn="ctr">
              <a:buNone/>
              <a:defRPr sz="472"/>
            </a:lvl2pPr>
            <a:lvl3pPr marL="215890" indent="0" algn="ctr">
              <a:buNone/>
              <a:defRPr sz="425"/>
            </a:lvl3pPr>
            <a:lvl4pPr marL="323835" indent="0" algn="ctr">
              <a:buNone/>
              <a:defRPr sz="378"/>
            </a:lvl4pPr>
            <a:lvl5pPr marL="431780" indent="0" algn="ctr">
              <a:buNone/>
              <a:defRPr sz="378"/>
            </a:lvl5pPr>
            <a:lvl6pPr marL="539725" indent="0" algn="ctr">
              <a:buNone/>
              <a:defRPr sz="378"/>
            </a:lvl6pPr>
            <a:lvl7pPr marL="647670" indent="0" algn="ctr">
              <a:buNone/>
              <a:defRPr sz="378"/>
            </a:lvl7pPr>
            <a:lvl8pPr marL="755614" indent="0" algn="ctr">
              <a:buNone/>
              <a:defRPr sz="378"/>
            </a:lvl8pPr>
            <a:lvl9pPr marL="863559" indent="0" algn="ctr">
              <a:buNone/>
              <a:defRPr sz="378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C6104-653C-4A31-B1A7-2CC67E96A0FE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C3997-B0D3-420D-B0B4-07A7FFB13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283070"/>
      </p:ext>
    </p:extLst>
  </p:cSld>
  <p:clrMapOvr>
    <a:masterClrMapping/>
  </p:clrMapOvr>
  <p:transition spd="med" advTm="2000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C6104-653C-4A31-B1A7-2CC67E96A0FE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C3997-B0D3-420D-B0B4-07A7FFB13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189028"/>
      </p:ext>
    </p:extLst>
  </p:cSld>
  <p:clrMapOvr>
    <a:masterClrMapping/>
  </p:clrMapOvr>
  <p:transition spd="med" advTm="2000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5688" y="403688"/>
            <a:ext cx="11954649" cy="673563"/>
          </a:xfrm>
        </p:spPr>
        <p:txBody>
          <a:bodyPr anchor="b"/>
          <a:lstStyle>
            <a:lvl1pPr>
              <a:defRPr sz="141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5688" y="1083623"/>
            <a:ext cx="11954649" cy="354211"/>
          </a:xfrm>
        </p:spPr>
        <p:txBody>
          <a:bodyPr/>
          <a:lstStyle>
            <a:lvl1pPr marL="0" indent="0">
              <a:buNone/>
              <a:defRPr sz="567">
                <a:solidFill>
                  <a:schemeClr val="tx1">
                    <a:tint val="82000"/>
                  </a:schemeClr>
                </a:solidFill>
              </a:defRPr>
            </a:lvl1pPr>
            <a:lvl2pPr marL="107945" indent="0">
              <a:buNone/>
              <a:defRPr sz="472">
                <a:solidFill>
                  <a:schemeClr val="tx1">
                    <a:tint val="82000"/>
                  </a:schemeClr>
                </a:solidFill>
              </a:defRPr>
            </a:lvl2pPr>
            <a:lvl3pPr marL="215890" indent="0">
              <a:buNone/>
              <a:defRPr sz="425">
                <a:solidFill>
                  <a:schemeClr val="tx1">
                    <a:tint val="82000"/>
                  </a:schemeClr>
                </a:solidFill>
              </a:defRPr>
            </a:lvl3pPr>
            <a:lvl4pPr marL="323835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4pPr>
            <a:lvl5pPr marL="431780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5pPr>
            <a:lvl6pPr marL="539725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6pPr>
            <a:lvl7pPr marL="647670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7pPr>
            <a:lvl8pPr marL="755614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8pPr>
            <a:lvl9pPr marL="863559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C6104-653C-4A31-B1A7-2CC67E96A0FE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C3997-B0D3-420D-B0B4-07A7FFB13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3842834"/>
      </p:ext>
    </p:extLst>
  </p:cSld>
  <p:clrMapOvr>
    <a:masterClrMapping/>
  </p:clrMapOvr>
  <p:transition spd="med" advTm="2000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2907" y="431050"/>
            <a:ext cx="5890697" cy="10273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16859" y="431050"/>
            <a:ext cx="5890697" cy="10273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C6104-653C-4A31-B1A7-2CC67E96A0FE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C3997-B0D3-420D-B0B4-07A7FFB13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3934004"/>
      </p:ext>
    </p:extLst>
  </p:cSld>
  <p:clrMapOvr>
    <a:masterClrMapping/>
  </p:clrMapOvr>
  <p:transition spd="med" advTm="2000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4712" y="86210"/>
            <a:ext cx="11954649" cy="31298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4713" y="396941"/>
            <a:ext cx="5863625" cy="194535"/>
          </a:xfrm>
        </p:spPr>
        <p:txBody>
          <a:bodyPr anchor="b"/>
          <a:lstStyle>
            <a:lvl1pPr marL="0" indent="0">
              <a:buNone/>
              <a:defRPr sz="567" b="1"/>
            </a:lvl1pPr>
            <a:lvl2pPr marL="107945" indent="0">
              <a:buNone/>
              <a:defRPr sz="472" b="1"/>
            </a:lvl2pPr>
            <a:lvl3pPr marL="215890" indent="0">
              <a:buNone/>
              <a:defRPr sz="425" b="1"/>
            </a:lvl3pPr>
            <a:lvl4pPr marL="323835" indent="0">
              <a:buNone/>
              <a:defRPr sz="378" b="1"/>
            </a:lvl4pPr>
            <a:lvl5pPr marL="431780" indent="0">
              <a:buNone/>
              <a:defRPr sz="378" b="1"/>
            </a:lvl5pPr>
            <a:lvl6pPr marL="539725" indent="0">
              <a:buNone/>
              <a:defRPr sz="378" b="1"/>
            </a:lvl6pPr>
            <a:lvl7pPr marL="647670" indent="0">
              <a:buNone/>
              <a:defRPr sz="378" b="1"/>
            </a:lvl7pPr>
            <a:lvl8pPr marL="755614" indent="0">
              <a:buNone/>
              <a:defRPr sz="378" b="1"/>
            </a:lvl8pPr>
            <a:lvl9pPr marL="863559" indent="0">
              <a:buNone/>
              <a:defRPr sz="378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4713" y="591476"/>
            <a:ext cx="5863625" cy="86997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016859" y="396941"/>
            <a:ext cx="5892502" cy="194535"/>
          </a:xfrm>
        </p:spPr>
        <p:txBody>
          <a:bodyPr anchor="b"/>
          <a:lstStyle>
            <a:lvl1pPr marL="0" indent="0">
              <a:buNone/>
              <a:defRPr sz="567" b="1"/>
            </a:lvl1pPr>
            <a:lvl2pPr marL="107945" indent="0">
              <a:buNone/>
              <a:defRPr sz="472" b="1"/>
            </a:lvl2pPr>
            <a:lvl3pPr marL="215890" indent="0">
              <a:buNone/>
              <a:defRPr sz="425" b="1"/>
            </a:lvl3pPr>
            <a:lvl4pPr marL="323835" indent="0">
              <a:buNone/>
              <a:defRPr sz="378" b="1"/>
            </a:lvl4pPr>
            <a:lvl5pPr marL="431780" indent="0">
              <a:buNone/>
              <a:defRPr sz="378" b="1"/>
            </a:lvl5pPr>
            <a:lvl6pPr marL="539725" indent="0">
              <a:buNone/>
              <a:defRPr sz="378" b="1"/>
            </a:lvl6pPr>
            <a:lvl7pPr marL="647670" indent="0">
              <a:buNone/>
              <a:defRPr sz="378" b="1"/>
            </a:lvl7pPr>
            <a:lvl8pPr marL="755614" indent="0">
              <a:buNone/>
              <a:defRPr sz="378" b="1"/>
            </a:lvl8pPr>
            <a:lvl9pPr marL="863559" indent="0">
              <a:buNone/>
              <a:defRPr sz="378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16859" y="591476"/>
            <a:ext cx="5892502" cy="86997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C6104-653C-4A31-B1A7-2CC67E96A0FE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C3997-B0D3-420D-B0B4-07A7FFB13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9820906"/>
      </p:ext>
    </p:extLst>
  </p:cSld>
  <p:clrMapOvr>
    <a:masterClrMapping/>
  </p:clrMapOvr>
  <p:transition spd="med" advTm="2000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C6104-653C-4A31-B1A7-2CC67E96A0FE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C3997-B0D3-420D-B0B4-07A7FFB13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316479"/>
      </p:ext>
    </p:extLst>
  </p:cSld>
  <p:clrMapOvr>
    <a:masterClrMapping/>
  </p:clrMapOvr>
  <p:transition spd="med" advTm="2000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C6104-653C-4A31-B1A7-2CC67E96A0FE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C3997-B0D3-420D-B0B4-07A7FFB13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4716738"/>
      </p:ext>
    </p:extLst>
  </p:cSld>
  <p:clrMapOvr>
    <a:masterClrMapping/>
  </p:clrMapOvr>
  <p:transition spd="med" advTm="2000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4713" y="107950"/>
            <a:ext cx="4470360" cy="377825"/>
          </a:xfrm>
        </p:spPr>
        <p:txBody>
          <a:bodyPr anchor="b"/>
          <a:lstStyle>
            <a:lvl1pPr>
              <a:defRPr sz="75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2502" y="233142"/>
            <a:ext cx="7016859" cy="1150717"/>
          </a:xfrm>
        </p:spPr>
        <p:txBody>
          <a:bodyPr/>
          <a:lstStyle>
            <a:lvl1pPr>
              <a:defRPr sz="756"/>
            </a:lvl1pPr>
            <a:lvl2pPr>
              <a:defRPr sz="661"/>
            </a:lvl2pPr>
            <a:lvl3pPr>
              <a:defRPr sz="567"/>
            </a:lvl3pPr>
            <a:lvl4pPr>
              <a:defRPr sz="472"/>
            </a:lvl4pPr>
            <a:lvl5pPr>
              <a:defRPr sz="472"/>
            </a:lvl5pPr>
            <a:lvl6pPr>
              <a:defRPr sz="472"/>
            </a:lvl6pPr>
            <a:lvl7pPr>
              <a:defRPr sz="472"/>
            </a:lvl7pPr>
            <a:lvl8pPr>
              <a:defRPr sz="472"/>
            </a:lvl8pPr>
            <a:lvl9pPr>
              <a:defRPr sz="47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4713" y="485775"/>
            <a:ext cx="4470360" cy="899958"/>
          </a:xfrm>
        </p:spPr>
        <p:txBody>
          <a:bodyPr/>
          <a:lstStyle>
            <a:lvl1pPr marL="0" indent="0">
              <a:buNone/>
              <a:defRPr sz="378"/>
            </a:lvl1pPr>
            <a:lvl2pPr marL="107945" indent="0">
              <a:buNone/>
              <a:defRPr sz="331"/>
            </a:lvl2pPr>
            <a:lvl3pPr marL="215890" indent="0">
              <a:buNone/>
              <a:defRPr sz="283"/>
            </a:lvl3pPr>
            <a:lvl4pPr marL="323835" indent="0">
              <a:buNone/>
              <a:defRPr sz="236"/>
            </a:lvl4pPr>
            <a:lvl5pPr marL="431780" indent="0">
              <a:buNone/>
              <a:defRPr sz="236"/>
            </a:lvl5pPr>
            <a:lvl6pPr marL="539725" indent="0">
              <a:buNone/>
              <a:defRPr sz="236"/>
            </a:lvl6pPr>
            <a:lvl7pPr marL="647670" indent="0">
              <a:buNone/>
              <a:defRPr sz="236"/>
            </a:lvl7pPr>
            <a:lvl8pPr marL="755614" indent="0">
              <a:buNone/>
              <a:defRPr sz="236"/>
            </a:lvl8pPr>
            <a:lvl9pPr marL="863559" indent="0">
              <a:buNone/>
              <a:defRPr sz="236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C6104-653C-4A31-B1A7-2CC67E96A0FE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C3997-B0D3-420D-B0B4-07A7FFB13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7186422"/>
      </p:ext>
    </p:extLst>
  </p:cSld>
  <p:clrMapOvr>
    <a:masterClrMapping/>
  </p:clrMapOvr>
  <p:transition spd="med" advTm="2000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4713" y="107950"/>
            <a:ext cx="4470360" cy="377825"/>
          </a:xfrm>
        </p:spPr>
        <p:txBody>
          <a:bodyPr anchor="b"/>
          <a:lstStyle>
            <a:lvl1pPr>
              <a:defRPr sz="75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92502" y="233142"/>
            <a:ext cx="7016859" cy="1150717"/>
          </a:xfrm>
        </p:spPr>
        <p:txBody>
          <a:bodyPr anchor="t"/>
          <a:lstStyle>
            <a:lvl1pPr marL="0" indent="0">
              <a:buNone/>
              <a:defRPr sz="756"/>
            </a:lvl1pPr>
            <a:lvl2pPr marL="107945" indent="0">
              <a:buNone/>
              <a:defRPr sz="661"/>
            </a:lvl2pPr>
            <a:lvl3pPr marL="215890" indent="0">
              <a:buNone/>
              <a:defRPr sz="567"/>
            </a:lvl3pPr>
            <a:lvl4pPr marL="323835" indent="0">
              <a:buNone/>
              <a:defRPr sz="472"/>
            </a:lvl4pPr>
            <a:lvl5pPr marL="431780" indent="0">
              <a:buNone/>
              <a:defRPr sz="472"/>
            </a:lvl5pPr>
            <a:lvl6pPr marL="539725" indent="0">
              <a:buNone/>
              <a:defRPr sz="472"/>
            </a:lvl6pPr>
            <a:lvl7pPr marL="647670" indent="0">
              <a:buNone/>
              <a:defRPr sz="472"/>
            </a:lvl7pPr>
            <a:lvl8pPr marL="755614" indent="0">
              <a:buNone/>
              <a:defRPr sz="472"/>
            </a:lvl8pPr>
            <a:lvl9pPr marL="863559" indent="0">
              <a:buNone/>
              <a:defRPr sz="472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4713" y="485775"/>
            <a:ext cx="4470360" cy="899958"/>
          </a:xfrm>
        </p:spPr>
        <p:txBody>
          <a:bodyPr/>
          <a:lstStyle>
            <a:lvl1pPr marL="0" indent="0">
              <a:buNone/>
              <a:defRPr sz="378"/>
            </a:lvl1pPr>
            <a:lvl2pPr marL="107945" indent="0">
              <a:buNone/>
              <a:defRPr sz="331"/>
            </a:lvl2pPr>
            <a:lvl3pPr marL="215890" indent="0">
              <a:buNone/>
              <a:defRPr sz="283"/>
            </a:lvl3pPr>
            <a:lvl4pPr marL="323835" indent="0">
              <a:buNone/>
              <a:defRPr sz="236"/>
            </a:lvl4pPr>
            <a:lvl5pPr marL="431780" indent="0">
              <a:buNone/>
              <a:defRPr sz="236"/>
            </a:lvl5pPr>
            <a:lvl6pPr marL="539725" indent="0">
              <a:buNone/>
              <a:defRPr sz="236"/>
            </a:lvl6pPr>
            <a:lvl7pPr marL="647670" indent="0">
              <a:buNone/>
              <a:defRPr sz="236"/>
            </a:lvl7pPr>
            <a:lvl8pPr marL="755614" indent="0">
              <a:buNone/>
              <a:defRPr sz="236"/>
            </a:lvl8pPr>
            <a:lvl9pPr marL="863559" indent="0">
              <a:buNone/>
              <a:defRPr sz="236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C6104-653C-4A31-B1A7-2CC67E96A0FE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C3997-B0D3-420D-B0B4-07A7FFB13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8788"/>
      </p:ext>
    </p:extLst>
  </p:cSld>
  <p:clrMapOvr>
    <a:masterClrMapping/>
  </p:clrMapOvr>
  <p:transition spd="med" advTm="2000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C6104-653C-4A31-B1A7-2CC67E96A0FE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C3997-B0D3-420D-B0B4-07A7FFB13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1966766"/>
      </p:ext>
    </p:extLst>
  </p:cSld>
  <p:clrMapOvr>
    <a:masterClrMapping/>
  </p:clrMapOvr>
  <p:transition spd="med" advTm="2000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918894" y="86210"/>
            <a:ext cx="2988662" cy="137224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52907" y="86210"/>
            <a:ext cx="8792731" cy="137224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C6104-653C-4A31-B1A7-2CC67E96A0FE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C3997-B0D3-420D-B0B4-07A7FFB13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4820083"/>
      </p:ext>
    </p:extLst>
  </p:cSld>
  <p:clrMapOvr>
    <a:masterClrMapping/>
  </p:clrMapOvr>
  <p:transition spd="med" advTm="2000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52907" y="86210"/>
            <a:ext cx="11954649" cy="3129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907" y="431050"/>
            <a:ext cx="11954649" cy="1027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2907" y="1500805"/>
            <a:ext cx="3118604" cy="86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CC6104-653C-4A31-B1A7-2CC67E96A0FE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91279" y="1500805"/>
            <a:ext cx="4677906" cy="86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788952" y="1500805"/>
            <a:ext cx="3118604" cy="86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4C3997-B0D3-420D-B0B4-07A7FFB135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608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 spd="med" advTm="2000">
    <p:push dir="u"/>
  </p:transition>
  <p:txStyles>
    <p:titleStyle>
      <a:lvl1pPr algn="l" defTabSz="215890" rtl="0" eaLnBrk="1" latinLnBrk="1" hangingPunct="1">
        <a:lnSpc>
          <a:spcPct val="90000"/>
        </a:lnSpc>
        <a:spcBef>
          <a:spcPct val="0"/>
        </a:spcBef>
        <a:buNone/>
        <a:defRPr sz="10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972" indent="-53972" algn="l" defTabSz="215890" rtl="0" eaLnBrk="1" latinLnBrk="1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1pPr>
      <a:lvl2pPr marL="161917" indent="-53972" algn="l" defTabSz="215890" rtl="0" eaLnBrk="1" latinLnBrk="1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2pPr>
      <a:lvl3pPr marL="269862" indent="-53972" algn="l" defTabSz="215890" rtl="0" eaLnBrk="1" latinLnBrk="1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3pPr>
      <a:lvl4pPr marL="377807" indent="-53972" algn="l" defTabSz="215890" rtl="0" eaLnBrk="1" latinLnBrk="1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425" kern="1200">
          <a:solidFill>
            <a:schemeClr val="tx1"/>
          </a:solidFill>
          <a:latin typeface="+mn-lt"/>
          <a:ea typeface="+mn-ea"/>
          <a:cs typeface="+mn-cs"/>
        </a:defRPr>
      </a:lvl4pPr>
      <a:lvl5pPr marL="485752" indent="-53972" algn="l" defTabSz="215890" rtl="0" eaLnBrk="1" latinLnBrk="1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425" kern="1200">
          <a:solidFill>
            <a:schemeClr val="tx1"/>
          </a:solidFill>
          <a:latin typeface="+mn-lt"/>
          <a:ea typeface="+mn-ea"/>
          <a:cs typeface="+mn-cs"/>
        </a:defRPr>
      </a:lvl5pPr>
      <a:lvl6pPr marL="593697" indent="-53972" algn="l" defTabSz="215890" rtl="0" eaLnBrk="1" latinLnBrk="1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425" kern="1200">
          <a:solidFill>
            <a:schemeClr val="tx1"/>
          </a:solidFill>
          <a:latin typeface="+mn-lt"/>
          <a:ea typeface="+mn-ea"/>
          <a:cs typeface="+mn-cs"/>
        </a:defRPr>
      </a:lvl6pPr>
      <a:lvl7pPr marL="701642" indent="-53972" algn="l" defTabSz="215890" rtl="0" eaLnBrk="1" latinLnBrk="1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425" kern="1200">
          <a:solidFill>
            <a:schemeClr val="tx1"/>
          </a:solidFill>
          <a:latin typeface="+mn-lt"/>
          <a:ea typeface="+mn-ea"/>
          <a:cs typeface="+mn-cs"/>
        </a:defRPr>
      </a:lvl7pPr>
      <a:lvl8pPr marL="809587" indent="-53972" algn="l" defTabSz="215890" rtl="0" eaLnBrk="1" latinLnBrk="1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425" kern="1200">
          <a:solidFill>
            <a:schemeClr val="tx1"/>
          </a:solidFill>
          <a:latin typeface="+mn-lt"/>
          <a:ea typeface="+mn-ea"/>
          <a:cs typeface="+mn-cs"/>
        </a:defRPr>
      </a:lvl8pPr>
      <a:lvl9pPr marL="917532" indent="-53972" algn="l" defTabSz="215890" rtl="0" eaLnBrk="1" latinLnBrk="1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4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5890" rtl="0" eaLnBrk="1" latinLnBrk="1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1pPr>
      <a:lvl2pPr marL="107945" algn="l" defTabSz="215890" rtl="0" eaLnBrk="1" latinLnBrk="1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2pPr>
      <a:lvl3pPr marL="215890" algn="l" defTabSz="215890" rtl="0" eaLnBrk="1" latinLnBrk="1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3pPr>
      <a:lvl4pPr marL="323835" algn="l" defTabSz="215890" rtl="0" eaLnBrk="1" latinLnBrk="1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4pPr>
      <a:lvl5pPr marL="431780" algn="l" defTabSz="215890" rtl="0" eaLnBrk="1" latinLnBrk="1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5pPr>
      <a:lvl6pPr marL="539725" algn="l" defTabSz="215890" rtl="0" eaLnBrk="1" latinLnBrk="1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6pPr>
      <a:lvl7pPr marL="647670" algn="l" defTabSz="215890" rtl="0" eaLnBrk="1" latinLnBrk="1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7pPr>
      <a:lvl8pPr marL="755614" algn="l" defTabSz="215890" rtl="0" eaLnBrk="1" latinLnBrk="1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8pPr>
      <a:lvl9pPr marL="863559" algn="l" defTabSz="215890" rtl="0" eaLnBrk="1" latinLnBrk="1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6F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F9A8FDD1-6FB4-F2D9-748D-82A2EC6A9B01}"/>
              </a:ext>
            </a:extLst>
          </p:cNvPr>
          <p:cNvSpPr/>
          <p:nvPr/>
        </p:nvSpPr>
        <p:spPr>
          <a:xfrm>
            <a:off x="-559191" y="233729"/>
            <a:ext cx="7909560" cy="11517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당신의 </a:t>
            </a:r>
            <a:r>
              <a:rPr lang="ko-KR" altLang="en-US" sz="3600" dirty="0">
                <a:solidFill>
                  <a:srgbClr val="F5C117"/>
                </a:solidFill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기록</a:t>
            </a:r>
            <a:r>
              <a:rPr lang="ko-KR" altLang="en-US" sz="36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이 </a:t>
            </a:r>
            <a:r>
              <a:rPr lang="ko-KR" altLang="en-US" sz="3600" dirty="0">
                <a:solidFill>
                  <a:srgbClr val="F5C117"/>
                </a:solidFill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이야기</a:t>
            </a:r>
            <a:r>
              <a:rPr lang="ko-KR" altLang="en-US" sz="36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가 되는 곳</a:t>
            </a:r>
            <a:endParaRPr lang="en-US" altLang="ko-KR" sz="3600" dirty="0">
              <a:latin typeface="배달의민족 연성" panose="020B0600000101010101" pitchFamily="50" charset="-127"/>
              <a:ea typeface="배달의민족 연성" panose="020B0600000101010101" pitchFamily="50" charset="-127"/>
            </a:endParaRPr>
          </a:p>
          <a:p>
            <a:pPr algn="ctr"/>
            <a:r>
              <a:rPr lang="en-US" altLang="ko-KR" sz="28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#</a:t>
            </a:r>
            <a:r>
              <a:rPr lang="ko-KR" altLang="en-US" sz="28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식단기록  </a:t>
            </a:r>
            <a:r>
              <a:rPr lang="en-US" altLang="ko-KR" sz="28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#</a:t>
            </a:r>
            <a:r>
              <a:rPr lang="ko-KR" altLang="en-US" sz="2800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맛집공유</a:t>
            </a:r>
            <a:r>
              <a:rPr lang="ko-KR" altLang="en-US" sz="28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  </a:t>
            </a:r>
            <a:r>
              <a:rPr lang="en-US" altLang="ko-KR" sz="28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#</a:t>
            </a:r>
            <a:r>
              <a:rPr lang="ko-KR" altLang="en-US" sz="28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이야기</a:t>
            </a:r>
            <a:endParaRPr lang="en-US" altLang="ko-KR" sz="2800" dirty="0">
              <a:latin typeface="배달의민족 연성" panose="020B0600000101010101" pitchFamily="50" charset="-127"/>
              <a:ea typeface="배달의민족 연성" panose="020B0600000101010101" pitchFamily="50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D8B3A89-FFD0-4806-A2F7-8C4BCD667C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79" t="22025" r="11190"/>
          <a:stretch/>
        </p:blipFill>
        <p:spPr bwMode="auto">
          <a:xfrm rot="1028835">
            <a:off x="7354448" y="196750"/>
            <a:ext cx="1284287" cy="2394037"/>
          </a:xfrm>
          <a:prstGeom prst="roundRect">
            <a:avLst>
              <a:gd name="adj" fmla="val 14224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916CB9C1-FC01-7F03-3EF3-AFB679824F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88" t="22081" r="10760"/>
          <a:stretch/>
        </p:blipFill>
        <p:spPr bwMode="auto">
          <a:xfrm rot="365807">
            <a:off x="10585844" y="-35775"/>
            <a:ext cx="1539167" cy="2859084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AE343A6F-D1F7-DF9E-5DE4-C213D6A135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87" t="21892" r="10961"/>
          <a:stretch/>
        </p:blipFill>
        <p:spPr bwMode="auto">
          <a:xfrm rot="20784936">
            <a:off x="8937035" y="-383922"/>
            <a:ext cx="1512820" cy="2816877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78955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2000"/>
    </mc:Choice>
    <mc:Fallback>
      <p:transition advTm="2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6F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8776776-A462-1BC4-44F5-4C72F1161B40}"/>
              </a:ext>
            </a:extLst>
          </p:cNvPr>
          <p:cNvSpPr/>
          <p:nvPr/>
        </p:nvSpPr>
        <p:spPr>
          <a:xfrm>
            <a:off x="-559191" y="233729"/>
            <a:ext cx="7909560" cy="11517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가족을 위한 정성</a:t>
            </a:r>
            <a:r>
              <a:rPr lang="en-US" altLang="ko-KR" sz="36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, </a:t>
            </a:r>
            <a:r>
              <a:rPr lang="ko-KR" altLang="en-US" sz="3600" dirty="0">
                <a:solidFill>
                  <a:srgbClr val="F5C117"/>
                </a:solidFill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사랑</a:t>
            </a:r>
            <a:r>
              <a:rPr lang="ko-KR" altLang="en-US" sz="36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이라는 이야기</a:t>
            </a:r>
            <a:endParaRPr lang="en-US" altLang="ko-KR" sz="3600" dirty="0">
              <a:latin typeface="배달의민족 연성" panose="020B0600000101010101" pitchFamily="50" charset="-127"/>
              <a:ea typeface="배달의민족 연성" panose="020B0600000101010101" pitchFamily="50" charset="-127"/>
            </a:endParaRPr>
          </a:p>
          <a:p>
            <a:pPr algn="ctr"/>
            <a:r>
              <a:rPr lang="en-US" altLang="ko-KR" sz="28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#</a:t>
            </a:r>
            <a:r>
              <a:rPr lang="ko-KR" altLang="en-US" sz="2800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집밥기록</a:t>
            </a:r>
            <a:r>
              <a:rPr lang="ko-KR" altLang="en-US" sz="28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  </a:t>
            </a:r>
            <a:r>
              <a:rPr lang="en-US" altLang="ko-KR" sz="28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#</a:t>
            </a:r>
            <a:r>
              <a:rPr lang="ko-KR" altLang="en-US" sz="28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아이식단  </a:t>
            </a:r>
            <a:r>
              <a:rPr lang="en-US" altLang="ko-KR" sz="28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#</a:t>
            </a:r>
            <a:r>
              <a:rPr lang="ko-KR" altLang="en-US" sz="28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투정금지</a:t>
            </a:r>
            <a:endParaRPr lang="en-US" altLang="ko-KR" sz="2800" dirty="0">
              <a:latin typeface="배달의민족 연성" panose="020B0600000101010101" pitchFamily="50" charset="-127"/>
              <a:ea typeface="배달의민족 연성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3F7A408-F0B1-81C2-D17D-9BE578F1F8D8}"/>
              </a:ext>
            </a:extLst>
          </p:cNvPr>
          <p:cNvSpPr/>
          <p:nvPr/>
        </p:nvSpPr>
        <p:spPr>
          <a:xfrm>
            <a:off x="11531738" y="465993"/>
            <a:ext cx="1881554" cy="5363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 err="1">
                <a:latin typeface="Fredoka" pitchFamily="2" charset="-79"/>
                <a:cs typeface="Fredoka" pitchFamily="2" charset="-79"/>
              </a:rPr>
              <a:t>mealog</a:t>
            </a:r>
            <a:endParaRPr lang="ko-KR" altLang="en-US" sz="2800" b="1" dirty="0">
              <a:latin typeface="Fredoka" pitchFamily="2" charset="-79"/>
              <a:cs typeface="Fredoka" pitchFamily="2" charset="-79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4543566-E062-472A-74FB-788EB84A76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952" r="1646" b="27668"/>
          <a:stretch/>
        </p:blipFill>
        <p:spPr>
          <a:xfrm>
            <a:off x="6930231" y="-1"/>
            <a:ext cx="4024984" cy="1619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2847"/>
      </p:ext>
    </p:extLst>
  </p:cSld>
  <p:clrMapOvr>
    <a:masterClrMapping/>
  </p:clrMapOvr>
  <p:transition spd="med" advTm="2000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6F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8776776-A462-1BC4-44F5-4C72F1161B40}"/>
              </a:ext>
            </a:extLst>
          </p:cNvPr>
          <p:cNvSpPr/>
          <p:nvPr/>
        </p:nvSpPr>
        <p:spPr>
          <a:xfrm>
            <a:off x="-559191" y="233729"/>
            <a:ext cx="7909560" cy="11517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야근후</a:t>
            </a:r>
            <a:r>
              <a:rPr lang="ko-KR" altLang="en-US" sz="36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 한잔</a:t>
            </a:r>
            <a:r>
              <a:rPr lang="en-US" altLang="ko-KR" sz="36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, </a:t>
            </a:r>
            <a:r>
              <a:rPr lang="ko-KR" altLang="en-US" sz="3600" dirty="0">
                <a:solidFill>
                  <a:srgbClr val="F5C117"/>
                </a:solidFill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열정</a:t>
            </a:r>
            <a:r>
              <a:rPr lang="ko-KR" altLang="en-US" sz="36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이라는 이야기</a:t>
            </a:r>
            <a:endParaRPr lang="en-US" altLang="ko-KR" sz="3600" dirty="0">
              <a:latin typeface="배달의민족 연성" panose="020B0600000101010101" pitchFamily="50" charset="-127"/>
              <a:ea typeface="배달의민족 연성" panose="020B0600000101010101" pitchFamily="50" charset="-127"/>
            </a:endParaRPr>
          </a:p>
          <a:p>
            <a:pPr algn="ctr"/>
            <a:r>
              <a:rPr lang="en-US" altLang="ko-KR" sz="28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#</a:t>
            </a:r>
            <a:r>
              <a:rPr lang="ko-KR" altLang="en-US" sz="28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오늘도 </a:t>
            </a:r>
            <a:r>
              <a:rPr lang="ko-KR" altLang="en-US" sz="2800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수고했어</a:t>
            </a:r>
            <a:r>
              <a:rPr lang="ko-KR" altLang="en-US" sz="28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  </a:t>
            </a:r>
            <a:r>
              <a:rPr lang="en-US" altLang="ko-KR" sz="28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#</a:t>
            </a:r>
            <a:r>
              <a:rPr lang="ko-KR" altLang="en-US" sz="2800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맨날술이야</a:t>
            </a:r>
            <a:endParaRPr lang="en-US" altLang="ko-KR" sz="2800" dirty="0">
              <a:latin typeface="배달의민족 연성" panose="020B0600000101010101" pitchFamily="50" charset="-127"/>
              <a:ea typeface="배달의민족 연성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B28BE38-D280-A546-C864-28BFDA37C4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029" b="15319"/>
          <a:stretch/>
        </p:blipFill>
        <p:spPr>
          <a:xfrm>
            <a:off x="6930231" y="0"/>
            <a:ext cx="4106864" cy="1619250"/>
          </a:xfrm>
          <a:prstGeom prst="rect">
            <a:avLst/>
          </a:prstGeom>
        </p:spPr>
      </p:pic>
      <p:pic>
        <p:nvPicPr>
          <p:cNvPr id="7" name="그림 6" descr="그래픽, 디자인, 일러스트레이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4C1E996-50B7-A783-11D9-7EC3E9B5D9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10" t="14435" r="16814" b="7898"/>
          <a:stretch/>
        </p:blipFill>
        <p:spPr>
          <a:xfrm>
            <a:off x="12123002" y="439177"/>
            <a:ext cx="699025" cy="74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521034"/>
      </p:ext>
    </p:extLst>
  </p:cSld>
  <p:clrMapOvr>
    <a:masterClrMapping/>
  </p:clrMapOvr>
  <p:transition spd="med" advTm="2000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6F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8776776-A462-1BC4-44F5-4C72F1161B40}"/>
              </a:ext>
            </a:extLst>
          </p:cNvPr>
          <p:cNvSpPr/>
          <p:nvPr/>
        </p:nvSpPr>
        <p:spPr>
          <a:xfrm>
            <a:off x="-559191" y="233729"/>
            <a:ext cx="7909560" cy="11517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가벼워진 몸</a:t>
            </a:r>
            <a:r>
              <a:rPr lang="en-US" altLang="ko-KR" sz="36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, </a:t>
            </a:r>
            <a:r>
              <a:rPr lang="ko-KR" altLang="en-US" sz="3600" dirty="0">
                <a:solidFill>
                  <a:srgbClr val="F5C117"/>
                </a:solidFill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끈기</a:t>
            </a:r>
            <a:r>
              <a:rPr lang="ko-KR" altLang="en-US" sz="36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라는 이야기</a:t>
            </a:r>
            <a:endParaRPr lang="en-US" altLang="ko-KR" sz="3600" dirty="0">
              <a:latin typeface="배달의민족 연성" panose="020B0600000101010101" pitchFamily="50" charset="-127"/>
              <a:ea typeface="배달의민족 연성" panose="020B0600000101010101" pitchFamily="50" charset="-127"/>
            </a:endParaRPr>
          </a:p>
          <a:p>
            <a:pPr algn="ctr"/>
            <a:r>
              <a:rPr lang="en-US" altLang="ko-KR" sz="28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#</a:t>
            </a:r>
            <a:r>
              <a:rPr lang="ko-KR" altLang="en-US" sz="28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식단관리  </a:t>
            </a:r>
            <a:r>
              <a:rPr lang="en-US" altLang="ko-KR" sz="28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#</a:t>
            </a:r>
            <a:r>
              <a:rPr lang="ko-KR" altLang="en-US" sz="2800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오운완</a:t>
            </a:r>
            <a:r>
              <a:rPr lang="ko-KR" altLang="en-US" sz="28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  </a:t>
            </a:r>
            <a:r>
              <a:rPr lang="en-US" altLang="ko-KR" sz="28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#</a:t>
            </a:r>
            <a:r>
              <a:rPr lang="ko-KR" altLang="en-US" sz="2800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고기먹고싶다</a:t>
            </a:r>
            <a:endParaRPr lang="en-US" altLang="ko-KR" sz="2800" dirty="0">
              <a:latin typeface="배달의민족 연성" panose="020B0600000101010101" pitchFamily="50" charset="-127"/>
              <a:ea typeface="배달의민족 연성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B8AF231-953B-D2C5-1A9F-7A9D5C6837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075" b="37127"/>
          <a:stretch/>
        </p:blipFill>
        <p:spPr>
          <a:xfrm>
            <a:off x="7061708" y="0"/>
            <a:ext cx="3843910" cy="161925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91E0AA5D-CA2F-3EF6-A0C5-CEAED76565F3}"/>
              </a:ext>
            </a:extLst>
          </p:cNvPr>
          <p:cNvSpPr/>
          <p:nvPr/>
        </p:nvSpPr>
        <p:spPr>
          <a:xfrm>
            <a:off x="11531738" y="465993"/>
            <a:ext cx="1881554" cy="5363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 err="1">
                <a:latin typeface="Fredoka" pitchFamily="2" charset="-79"/>
                <a:cs typeface="Fredoka" pitchFamily="2" charset="-79"/>
              </a:rPr>
              <a:t>mealog</a:t>
            </a:r>
            <a:endParaRPr lang="ko-KR" altLang="en-US" sz="2800" b="1" dirty="0">
              <a:latin typeface="Fredoka" pitchFamily="2" charset="-79"/>
              <a:cs typeface="Fredoka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101278000"/>
      </p:ext>
    </p:extLst>
  </p:cSld>
  <p:clrMapOvr>
    <a:masterClrMapping/>
  </p:clrMapOvr>
  <p:transition spd="med" advTm="2000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6F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8776776-A462-1BC4-44F5-4C72F1161B40}"/>
              </a:ext>
            </a:extLst>
          </p:cNvPr>
          <p:cNvSpPr/>
          <p:nvPr/>
        </p:nvSpPr>
        <p:spPr>
          <a:xfrm>
            <a:off x="-559191" y="233729"/>
            <a:ext cx="7909560" cy="11517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기다림의 </a:t>
            </a:r>
            <a:r>
              <a:rPr lang="ko-KR" altLang="en-US" sz="3600" dirty="0">
                <a:solidFill>
                  <a:srgbClr val="F5C117"/>
                </a:solidFill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설렘</a:t>
            </a:r>
            <a:r>
              <a:rPr lang="en-US" altLang="ko-KR" sz="36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, </a:t>
            </a:r>
            <a:r>
              <a:rPr lang="ko-KR" altLang="en-US" sz="36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그 또한 당신의 이야기</a:t>
            </a:r>
            <a:endParaRPr lang="en-US" altLang="ko-KR" sz="3600" dirty="0">
              <a:latin typeface="배달의민족 연성" panose="020B0600000101010101" pitchFamily="50" charset="-127"/>
              <a:ea typeface="배달의민족 연성" panose="020B0600000101010101" pitchFamily="50" charset="-127"/>
            </a:endParaRPr>
          </a:p>
          <a:p>
            <a:pPr algn="ctr"/>
            <a:r>
              <a:rPr lang="en-US" altLang="ko-KR" sz="28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#</a:t>
            </a:r>
            <a:r>
              <a:rPr lang="ko-KR" altLang="en-US" sz="28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줄서는 맛집  </a:t>
            </a:r>
            <a:r>
              <a:rPr lang="en-US" altLang="ko-KR" sz="28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#1</a:t>
            </a:r>
            <a:r>
              <a:rPr lang="ko-KR" altLang="en-US" sz="2800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시간반째</a:t>
            </a:r>
            <a:endParaRPr lang="en-US" altLang="ko-KR" sz="2800" dirty="0">
              <a:latin typeface="배달의민족 연성" panose="020B0600000101010101" pitchFamily="50" charset="-127"/>
              <a:ea typeface="배달의민족 연성" panose="020B0600000101010101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D654CB6-1824-7580-EBE6-ECEAF7319B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318" b="32512"/>
          <a:stretch/>
        </p:blipFill>
        <p:spPr>
          <a:xfrm>
            <a:off x="7024797" y="-1"/>
            <a:ext cx="4345718" cy="1619251"/>
          </a:xfrm>
          <a:prstGeom prst="rect">
            <a:avLst/>
          </a:prstGeom>
        </p:spPr>
      </p:pic>
      <p:pic>
        <p:nvPicPr>
          <p:cNvPr id="10" name="그림 9" descr="그래픽, 디자인, 일러스트레이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CDE6531-67E7-EF8F-B9E2-072F63C5BF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10" t="14435" r="16814" b="7898"/>
          <a:stretch/>
        </p:blipFill>
        <p:spPr>
          <a:xfrm>
            <a:off x="12123002" y="439177"/>
            <a:ext cx="699025" cy="74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977626"/>
      </p:ext>
    </p:extLst>
  </p:cSld>
  <p:clrMapOvr>
    <a:masterClrMapping/>
  </p:clrMapOvr>
  <p:transition spd="med" advTm="2000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6F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084196E2-A1A6-6288-219F-7F6D8CA994C6}"/>
              </a:ext>
            </a:extLst>
          </p:cNvPr>
          <p:cNvGrpSpPr/>
          <p:nvPr/>
        </p:nvGrpSpPr>
        <p:grpSpPr>
          <a:xfrm>
            <a:off x="3814519" y="233729"/>
            <a:ext cx="6231425" cy="1151792"/>
            <a:chOff x="4753017" y="233728"/>
            <a:chExt cx="6231425" cy="1151792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48776776-A462-1BC4-44F5-4C72F1161B40}"/>
                </a:ext>
              </a:extLst>
            </p:cNvPr>
            <p:cNvSpPr/>
            <p:nvPr/>
          </p:nvSpPr>
          <p:spPr>
            <a:xfrm>
              <a:off x="5582107" y="233728"/>
              <a:ext cx="5402335" cy="115179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3600" dirty="0">
                  <a:solidFill>
                    <a:srgbClr val="F5C117"/>
                  </a:solidFill>
                  <a:latin typeface="배달의민족 연성" panose="020B0600000101010101" pitchFamily="50" charset="-127"/>
                  <a:ea typeface="배달의민족 연성" panose="020B0600000101010101" pitchFamily="50" charset="-127"/>
                </a:rPr>
                <a:t>기록</a:t>
              </a:r>
              <a:r>
                <a:rPr lang="ko-KR" altLang="en-US" sz="3600" dirty="0">
                  <a:latin typeface="배달의민족 연성" panose="020B0600000101010101" pitchFamily="50" charset="-127"/>
                  <a:ea typeface="배달의민족 연성" panose="020B0600000101010101" pitchFamily="50" charset="-127"/>
                </a:rPr>
                <a:t>이 </a:t>
              </a:r>
              <a:r>
                <a:rPr lang="ko-KR" altLang="en-US" sz="3600" dirty="0">
                  <a:solidFill>
                    <a:srgbClr val="F5C117"/>
                  </a:solidFill>
                  <a:latin typeface="배달의민족 연성" panose="020B0600000101010101" pitchFamily="50" charset="-127"/>
                  <a:ea typeface="배달의민족 연성" panose="020B0600000101010101" pitchFamily="50" charset="-127"/>
                </a:rPr>
                <a:t>이야기</a:t>
              </a:r>
              <a:r>
                <a:rPr lang="ko-KR" altLang="en-US" sz="3600" dirty="0">
                  <a:latin typeface="배달의민족 연성" panose="020B0600000101010101" pitchFamily="50" charset="-127"/>
                  <a:ea typeface="배달의민족 연성" panose="020B0600000101010101" pitchFamily="50" charset="-127"/>
                </a:rPr>
                <a:t>가 되는 곳</a:t>
              </a:r>
              <a:endParaRPr lang="en-US" altLang="ko-KR" sz="3600" dirty="0">
                <a:latin typeface="배달의민족 연성" panose="020B0600000101010101" pitchFamily="50" charset="-127"/>
                <a:ea typeface="배달의민족 연성" panose="020B0600000101010101" pitchFamily="50" charset="-127"/>
              </a:endParaRPr>
            </a:p>
            <a:p>
              <a:pPr algn="ctr"/>
              <a:r>
                <a:rPr lang="en-US" altLang="ko-KR" sz="2800" dirty="0">
                  <a:latin typeface="배달의민족 연성" panose="020B0600000101010101" pitchFamily="50" charset="-127"/>
                  <a:ea typeface="배달의민족 연성" panose="020B0600000101010101" pitchFamily="50" charset="-127"/>
                </a:rPr>
                <a:t>#</a:t>
              </a:r>
              <a:r>
                <a:rPr lang="ko-KR" altLang="en-US" sz="2800" dirty="0">
                  <a:latin typeface="배달의민족 연성" panose="020B0600000101010101" pitchFamily="50" charset="-127"/>
                  <a:ea typeface="배달의민족 연성" panose="020B0600000101010101" pitchFamily="50" charset="-127"/>
                </a:rPr>
                <a:t>잘 부탁드립니다  </a:t>
              </a:r>
              <a:r>
                <a:rPr lang="en-US" altLang="ko-KR" sz="2800" dirty="0">
                  <a:latin typeface="배달의민족 연성" panose="020B0600000101010101" pitchFamily="50" charset="-127"/>
                  <a:ea typeface="배달의민족 연성" panose="020B0600000101010101" pitchFamily="50" charset="-127"/>
                </a:rPr>
                <a:t>#</a:t>
              </a:r>
              <a:r>
                <a:rPr lang="ko-KR" altLang="en-US" sz="2800" dirty="0">
                  <a:latin typeface="배달의민족 연성" panose="020B0600000101010101" pitchFamily="50" charset="-127"/>
                  <a:ea typeface="배달의민족 연성" panose="020B0600000101010101" pitchFamily="50" charset="-127"/>
                </a:rPr>
                <a:t>힘내라 </a:t>
              </a:r>
              <a:r>
                <a:rPr lang="ko-KR" altLang="en-US" sz="2800" dirty="0" err="1">
                  <a:latin typeface="배달의민족 연성" panose="020B0600000101010101" pitchFamily="50" charset="-127"/>
                  <a:ea typeface="배달의민족 연성" panose="020B0600000101010101" pitchFamily="50" charset="-127"/>
                </a:rPr>
                <a:t>다모앙</a:t>
              </a:r>
              <a:endParaRPr lang="en-US" altLang="ko-KR" sz="2800" dirty="0">
                <a:latin typeface="배달의민족 연성" panose="020B0600000101010101" pitchFamily="50" charset="-127"/>
                <a:ea typeface="배달의민족 연성" panose="020B0600000101010101" pitchFamily="50" charset="-127"/>
              </a:endParaRPr>
            </a:p>
          </p:txBody>
        </p:sp>
        <p:pic>
          <p:nvPicPr>
            <p:cNvPr id="4" name="그림 3" descr="그래픽, 디자인, 일러스트레이션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A360EC8B-CE7B-017E-2D06-E2F661072F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910" t="14435" r="16814" b="7898"/>
            <a:stretch/>
          </p:blipFill>
          <p:spPr>
            <a:xfrm>
              <a:off x="4753017" y="284232"/>
              <a:ext cx="991402" cy="10507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65397141"/>
      </p:ext>
    </p:extLst>
  </p:cSld>
  <p:clrMapOvr>
    <a:masterClrMapping/>
  </p:clrMapOvr>
  <p:transition spd="med" advTm="2000">
    <p:push dir="u"/>
  </p:transition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224</TotalTime>
  <Words>69</Words>
  <Application>Microsoft Office PowerPoint</Application>
  <PresentationFormat>사용자 지정</PresentationFormat>
  <Paragraphs>14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배달의민족 연성</vt:lpstr>
      <vt:lpstr>Aptos</vt:lpstr>
      <vt:lpstr>Aptos Display</vt:lpstr>
      <vt:lpstr>Arial</vt:lpstr>
      <vt:lpstr>Fredoka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hanuk lee</dc:creator>
  <cp:lastModifiedBy>hanuk lee</cp:lastModifiedBy>
  <cp:revision>6</cp:revision>
  <dcterms:created xsi:type="dcterms:W3CDTF">2026-05-05T23:59:28Z</dcterms:created>
  <dcterms:modified xsi:type="dcterms:W3CDTF">2026-05-06T03:46:05Z</dcterms:modified>
</cp:coreProperties>
</file>