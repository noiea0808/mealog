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2DB"/>
    <a:srgbClr val="ECFDF5"/>
    <a:srgbClr val="059669"/>
    <a:srgbClr val="047857"/>
    <a:srgbClr val="10B981"/>
    <a:srgbClr val="00A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424F4-7041-4D22-B57A-7C5D70C1C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71D680-2437-4052-9DB9-43986566B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540BDD-6C95-4A63-B5D1-51C529C0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FF60EE-1E50-4D95-A77A-9900431C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25B524-C422-4E6C-AC67-1D232341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424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756B5-8677-4EAE-8D37-03849848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9057B-3B5B-4BA5-BA88-7FD4737CC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92D6AB-725B-482A-A7DE-8BE4246C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129E84-C892-4FF8-9D33-58A87FF7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6E34B-20F8-4144-B7B6-68886B3B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67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58763-B0B4-4172-9E0F-A4FFA15C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9579D1-5D86-42D3-B307-2EB2CB5C2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AB1BA-1292-4F76-AB55-AA01C840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143D5-F9E6-4DC8-BCB9-4F6C24CF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26606C-4082-4B74-B255-A08A0DA2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791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D7143-253E-463B-B5AE-4923980D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14BE2-DD10-461E-A672-7952ADD55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4D0EAE-5B89-479E-944A-59E78D967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C846F-AC69-4E8D-9DFE-10EA0879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AC99B6-6B8F-400D-AC5D-16D7E0CF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062A8F-A67A-49F6-BF27-D25E3B85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15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2D2B8-D9C8-4E29-BAD7-F2151741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588681-A458-4380-9F99-003FE4740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35149B-6AA3-4F8B-B231-8DEB472BF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7A0182-DF16-4312-A5B6-588E0E2BF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53B445-BB08-4C8E-BFB7-2BDAA082E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C3BB96-9DDD-4E6F-A9BF-308CCFDB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3E36FB-9687-43F1-9128-87FD4D19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56E4E7-6DFD-4BF6-A318-AACF8480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27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7F6D7-CCB4-4B49-B352-54F999EA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7D8557-76D2-49CA-8D4A-FC9B487D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F30286-D2C6-47E1-A9F8-E883B58A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A167B5-667C-46B5-A1D8-9770E8FB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11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BF5FD8-15F8-457C-8CAB-5E7C1750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E62223-33E0-4A5C-94B6-840EDC62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55679E-C00F-4707-92B3-578DF662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81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ADDAC-1149-44D9-9F4B-9E42BEA6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E40517-C78B-4D47-9914-746A6C3E9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E01690-FCCC-49A3-9A83-68CE03025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15F65A-B495-4EC7-8060-C2ADF316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117ECC-3524-4DA7-85AC-E142DAA3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F6B72A-B6F6-4BCE-A925-D28CD21C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252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AF1A3-833D-4FD5-AA7C-3896C8DC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66EE47-0902-4FBA-B585-2DB014845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0ACCC-F586-4807-833E-48056BD38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32F010-C551-4ECF-9CFC-818C40F5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221FDC-F1C6-46CA-BE11-B8F19AC5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8386DB-7BD5-44AE-ABE6-1A0E1127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05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9D49A-7DCA-4201-853B-CADB6C66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F3F153-ED74-4113-8F96-59E070AAE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A0DEF5-6E17-43C0-8519-A3676C6D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57768-9634-4474-AD25-71165183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77F56E-D8C0-4D3C-AC26-C8C5B0BF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66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2BE446-C0A5-4549-8D96-BEC99D0CB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7D2A13-A320-4686-88AF-53ACA77DD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7DF68-7F65-466B-9C2B-0753274D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4280E-92F1-423C-978D-B3EE4FA7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542753-E3CB-4CF7-BA4A-EDC4CACA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07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D9298E-A809-4752-8DA6-D53C93F3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595D70-A137-4B6E-9A07-D264593AA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B9359-CDC8-4B56-9E7F-AC7DC6369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5339-3F4C-4654-8392-DC0D73CE1B3F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210A-B6E4-4680-920A-4E4DAD90D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984C04-4074-4A00-B933-EF3B684B6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4DEFA-5738-4E5F-BA0B-B49744E8C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86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FEA83A8-EF43-47C8-BFB4-EF9CA9B3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8" y="0"/>
            <a:ext cx="4075254" cy="4817533"/>
          </a:xfrm>
          <a:prstGeom prst="rect">
            <a:avLst/>
          </a:prstGeom>
          <a:solidFill>
            <a:srgbClr val="059669"/>
          </a:solidFill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1642AB-EF1C-4017-A55B-3181C734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439" y="0"/>
            <a:ext cx="3410055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E90FFBD-B547-4025-9EE3-E493D1D18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562" y="0"/>
            <a:ext cx="3902996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53D6F95-6EC6-4D36-B8AE-F71FECD07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521" y="5031551"/>
            <a:ext cx="419158" cy="59063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A7F7E51-7FD6-406B-BE83-D891E2040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639" y="5031551"/>
            <a:ext cx="905001" cy="130510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BF4431-17BB-4D00-8362-998D0273F281}"/>
              </a:ext>
            </a:extLst>
          </p:cNvPr>
          <p:cNvSpPr/>
          <p:nvPr/>
        </p:nvSpPr>
        <p:spPr>
          <a:xfrm>
            <a:off x="104691" y="4946278"/>
            <a:ext cx="1533068" cy="336717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#047857</a:t>
            </a:r>
            <a:endParaRPr lang="ko-KR" altLang="en-US" sz="1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B664DB-B8BB-4DBC-939A-034E90670961}"/>
              </a:ext>
            </a:extLst>
          </p:cNvPr>
          <p:cNvSpPr/>
          <p:nvPr/>
        </p:nvSpPr>
        <p:spPr>
          <a:xfrm>
            <a:off x="104690" y="5282995"/>
            <a:ext cx="1533068" cy="33671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#059669</a:t>
            </a:r>
            <a:endParaRPr lang="ko-KR" altLang="en-US" sz="1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6D8E1F-4279-441C-840D-FE02EE1B541F}"/>
              </a:ext>
            </a:extLst>
          </p:cNvPr>
          <p:cNvSpPr/>
          <p:nvPr/>
        </p:nvSpPr>
        <p:spPr>
          <a:xfrm>
            <a:off x="104690" y="5619712"/>
            <a:ext cx="1533068" cy="336717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#00A36C</a:t>
            </a:r>
            <a:endParaRPr lang="ko-KR" altLang="en-US" sz="1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4A0197-7B25-4B9D-8747-45C7CDD157F5}"/>
              </a:ext>
            </a:extLst>
          </p:cNvPr>
          <p:cNvSpPr/>
          <p:nvPr/>
        </p:nvSpPr>
        <p:spPr>
          <a:xfrm>
            <a:off x="104690" y="5956429"/>
            <a:ext cx="1533068" cy="33671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#10B981</a:t>
            </a:r>
            <a:endParaRPr lang="ko-KR" altLang="en-US" sz="1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0BCFEC-3344-48AA-AB72-EE3240C9396A}"/>
              </a:ext>
            </a:extLst>
          </p:cNvPr>
          <p:cNvSpPr/>
          <p:nvPr/>
        </p:nvSpPr>
        <p:spPr>
          <a:xfrm>
            <a:off x="104690" y="6293146"/>
            <a:ext cx="1533068" cy="336717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#ECFDF5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518A6D-5C47-42A9-8765-AFDE7D8C088B}"/>
              </a:ext>
            </a:extLst>
          </p:cNvPr>
          <p:cNvSpPr/>
          <p:nvPr/>
        </p:nvSpPr>
        <p:spPr>
          <a:xfrm>
            <a:off x="104690" y="4609561"/>
            <a:ext cx="1533068" cy="336717"/>
          </a:xfrm>
          <a:prstGeom prst="rect">
            <a:avLst/>
          </a:prstGeom>
          <a:solidFill>
            <a:srgbClr val="E5F2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#E5F2DB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37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1DE5EE-D3C9-46CC-ACDD-9619035B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70863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665775-F0F7-4A7A-83A1-483DDD9FD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473" y="0"/>
            <a:ext cx="3436919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DB9C9F9-4C00-482A-8CA4-166447F48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27" y="0"/>
            <a:ext cx="4315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2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72350A1-6D7F-4112-A06D-9C83E6F29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117"/>
            <a:ext cx="4733925" cy="1123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35397D4-499A-457D-BDB3-B25B46016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1450" y="978898"/>
            <a:ext cx="4905375" cy="1085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7F11C57-5023-46A7-90E5-E77A95B771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37" t="33168" r="66493" b="34947"/>
          <a:stretch/>
        </p:blipFill>
        <p:spPr>
          <a:xfrm>
            <a:off x="328473" y="200778"/>
            <a:ext cx="1180731" cy="34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32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12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hanuk lee</dc:creator>
  <cp:lastModifiedBy>이한욱</cp:lastModifiedBy>
  <cp:revision>8</cp:revision>
  <dcterms:created xsi:type="dcterms:W3CDTF">2026-01-20T03:34:13Z</dcterms:created>
  <dcterms:modified xsi:type="dcterms:W3CDTF">2026-01-24T04:40:27Z</dcterms:modified>
</cp:coreProperties>
</file>