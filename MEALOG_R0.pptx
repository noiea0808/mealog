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2DB"/>
    <a:srgbClr val="ECFDF5"/>
    <a:srgbClr val="059669"/>
    <a:srgbClr val="047857"/>
    <a:srgbClr val="10B981"/>
    <a:srgbClr val="00A3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26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424F4-7041-4D22-B57A-7C5D70C1C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71D680-2437-4052-9DB9-43986566B4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540BDD-6C95-4A63-B5D1-51C529C0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FF60EE-1E50-4D95-A77A-9900431C9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25B524-C422-4E6C-AC67-1D232341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424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B756B5-8677-4EAE-8D37-038498483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99057B-3B5B-4BA5-BA88-7FD4737CC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92D6AB-725B-482A-A7DE-8BE4246C2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29E84-C892-4FF8-9D33-58A87FF75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86E34B-20F8-4144-B7B6-68886B3B7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1674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758763-B0B4-4172-9E0F-A4FFA15CB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9579D1-5D86-42D3-B307-2EB2CB5C2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AB1BA-1292-4F76-AB55-AA01C840C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7143D5-F9E6-4DC8-BCB9-4F6C24CF0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26606C-4082-4B74-B255-A08A0DA22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791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D7143-253E-463B-B5AE-4923980D1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B14BE2-DD10-461E-A672-7952ADD553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74D0EAE-5B89-479E-944A-59E78D9679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7C846F-AC69-4E8D-9DFE-10EA08795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AC99B6-6B8F-400D-AC5D-16D7E0CF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062A8F-A67A-49F6-BF27-D25E3B85C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158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32D2B8-D9C8-4E29-BAD7-F21517417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588681-A458-4380-9F99-003FE4740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35149B-6AA3-4F8B-B231-8DEB472BFD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7A0182-DF16-4312-A5B6-588E0E2BFC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953B445-BB08-4C8E-BFB7-2BDAA082EA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C3BB96-9DDD-4E6F-A9BF-308CCFDBB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A3E36FB-9687-43F1-9128-87FD4D190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E56E4E7-6DFD-4BF6-A318-AACF8480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27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7F6D7-CCB4-4B49-B352-54F999EA3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7D8557-76D2-49CA-8D4A-FC9B487D5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F30286-D2C6-47E1-A9F8-E883B58A3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A167B5-667C-46B5-A1D8-9770E8FBE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113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BBF5FD8-15F8-457C-8CAB-5E7C17507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E62223-33E0-4A5C-94B6-840EDC62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55679E-C00F-4707-92B3-578DF662F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2818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AADDAC-1149-44D9-9F4B-9E42BEA6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E40517-C78B-4D47-9914-746A6C3E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E01690-FCCC-49A3-9A83-68CE03025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15F65A-B495-4EC7-8060-C2ADF3168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17ECC-3524-4DA7-85AC-E142DAA3C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F6B72A-B6F6-4BCE-A925-D28CD21C9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252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EAF1A3-833D-4FD5-AA7C-3896C8DC8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66EE47-0902-4FBA-B585-2DB0148454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0ACCC-F586-4807-833E-48056BD385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32F010-C551-4ECF-9CFC-818C40F5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221FDC-F1C6-46CA-BE11-B8F19AC59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8386DB-7BD5-44AE-ABE6-1A0E11270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059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79D49A-7DCA-4201-853B-CADB6C66D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3F153-ED74-4113-8F96-59E070AAE3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A0DEF5-6E17-43C0-8519-A3676C6D9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557768-9634-4474-AD25-711651839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77F56E-D8C0-4D3C-AC26-C8C5B0BF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66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2BE446-C0A5-4549-8D96-BEC99D0CB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57D2A13-A320-4686-88AF-53ACA77DD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57DF68-7F65-466B-9C2B-0753274DF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34280E-92F1-423C-978D-B3EE4FA7D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542753-E3CB-4CF7-BA4A-EDC4CACA3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7079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8D9298E-A809-4752-8DA6-D53C93F39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595D70-A137-4B6E-9A07-D264593AA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6B9359-CDC8-4B56-9E7F-AC7DC63694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855339-3F4C-4654-8392-DC0D73CE1B3F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58210A-B6E4-4680-920A-4E4DAD90D4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84C04-4074-4A00-B933-EF3B684B6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94DEFA-5738-4E5F-BA0B-B49744E8C9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7864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FEA83A8-EF43-47C8-BFB4-EF9CA9B3F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08" y="0"/>
            <a:ext cx="4075254" cy="4817533"/>
          </a:xfrm>
          <a:prstGeom prst="rect">
            <a:avLst/>
          </a:prstGeom>
          <a:solidFill>
            <a:srgbClr val="059669"/>
          </a:solidFill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1642AB-EF1C-4017-A55B-3181C7343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2439" y="0"/>
            <a:ext cx="3410055" cy="6858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E90FFBD-B547-4025-9EE3-E493D1D18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9562" y="0"/>
            <a:ext cx="3902996" cy="6858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53D6F95-6EC6-4D36-B8AE-F71FECD072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8521" y="5031551"/>
            <a:ext cx="419158" cy="59063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A7F7E51-7FD6-406B-BE83-D891E2040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5639" y="5031551"/>
            <a:ext cx="905001" cy="130510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BF4431-17BB-4D00-8362-998D0273F281}"/>
              </a:ext>
            </a:extLst>
          </p:cNvPr>
          <p:cNvSpPr/>
          <p:nvPr/>
        </p:nvSpPr>
        <p:spPr>
          <a:xfrm>
            <a:off x="104691" y="4946278"/>
            <a:ext cx="1533068" cy="336717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#047857</a:t>
            </a:r>
            <a:endParaRPr lang="ko-KR" altLang="en-US" sz="140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7B664DB-B8BB-4DBC-939A-034E90670961}"/>
              </a:ext>
            </a:extLst>
          </p:cNvPr>
          <p:cNvSpPr/>
          <p:nvPr/>
        </p:nvSpPr>
        <p:spPr>
          <a:xfrm>
            <a:off x="104690" y="5282995"/>
            <a:ext cx="1533068" cy="336717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#059669</a:t>
            </a:r>
            <a:endParaRPr lang="ko-KR" altLang="en-US" sz="140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6D8E1F-4279-441C-840D-FE02EE1B541F}"/>
              </a:ext>
            </a:extLst>
          </p:cNvPr>
          <p:cNvSpPr/>
          <p:nvPr/>
        </p:nvSpPr>
        <p:spPr>
          <a:xfrm>
            <a:off x="104690" y="5619712"/>
            <a:ext cx="1533068" cy="336717"/>
          </a:xfrm>
          <a:prstGeom prst="rect">
            <a:avLst/>
          </a:prstGeom>
          <a:solidFill>
            <a:srgbClr val="00A3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#00A36C</a:t>
            </a:r>
            <a:endParaRPr lang="ko-KR" altLang="en-US" sz="140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44A0197-7B25-4B9D-8747-45C7CDD157F5}"/>
              </a:ext>
            </a:extLst>
          </p:cNvPr>
          <p:cNvSpPr/>
          <p:nvPr/>
        </p:nvSpPr>
        <p:spPr>
          <a:xfrm>
            <a:off x="104690" y="5956429"/>
            <a:ext cx="1533068" cy="33671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#10B981</a:t>
            </a:r>
            <a:endParaRPr lang="ko-KR" altLang="en-US" sz="140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0BCFEC-3344-48AA-AB72-EE3240C9396A}"/>
              </a:ext>
            </a:extLst>
          </p:cNvPr>
          <p:cNvSpPr/>
          <p:nvPr/>
        </p:nvSpPr>
        <p:spPr>
          <a:xfrm>
            <a:off x="104690" y="6293146"/>
            <a:ext cx="1533068" cy="336717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#ECFDF5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518A6D-5C47-42A9-8765-AFDE7D8C088B}"/>
              </a:ext>
            </a:extLst>
          </p:cNvPr>
          <p:cNvSpPr/>
          <p:nvPr/>
        </p:nvSpPr>
        <p:spPr>
          <a:xfrm>
            <a:off x="104690" y="4609561"/>
            <a:ext cx="1533068" cy="336717"/>
          </a:xfrm>
          <a:prstGeom prst="rect">
            <a:avLst/>
          </a:prstGeom>
          <a:solidFill>
            <a:srgbClr val="E5F2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#E5F2DB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8378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01DE5EE-D3C9-46CC-ACDD-9619035BE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70863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1665775-F0F7-4A7A-83A1-483DDD9FD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473" y="0"/>
            <a:ext cx="3436919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DB9C9F9-4C00-482A-8CA4-166447F482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027" y="0"/>
            <a:ext cx="43151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320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7032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1411</TotalTime>
  <Words>12</Words>
  <Application>Microsoft Office PowerPoint</Application>
  <PresentationFormat>와이드스크린</PresentationFormat>
  <Paragraphs>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hanuk lee</dc:creator>
  <cp:lastModifiedBy>hanuk lee</cp:lastModifiedBy>
  <cp:revision>6</cp:revision>
  <dcterms:created xsi:type="dcterms:W3CDTF">2026-01-20T03:34:13Z</dcterms:created>
  <dcterms:modified xsi:type="dcterms:W3CDTF">2026-01-21T22:51:16Z</dcterms:modified>
</cp:coreProperties>
</file>